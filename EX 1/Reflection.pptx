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22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200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C06CC-8989-45E9-9CBA-F4EB43421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4D2ADB-B322-4A23-8CB8-54C5CA2D1A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CCBEF-0F95-4D79-9120-8B7184D97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81FF4-1F21-464C-AB6D-14AD6899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8C222-395E-4647-9B2B-C32F2C623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66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40393-CD25-4AAD-A4F7-D998AF4D3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11DF6-1729-4466-B11F-45323B9BF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E35F4-95B3-4F04-A014-671D533E7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75B52-3426-40D9-9061-AACD9CAD3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03D1B-68EC-4935-A098-D3E609096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502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E499F-1EDD-4187-9EAB-060B67A25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EA5567-9E94-4AA3-AB3C-C9BB4D587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44507-CB1B-45E8-B9BC-4C7FCDAC7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D558E-A1FC-422A-B21A-C387F29B1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604C5-6482-4281-9DA2-44FB6B06A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37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C1175-F3DA-47A2-961C-7BFBA82C3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FC690-4AC0-4F70-AC75-E831DD5B6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832B9E-21D0-4A7E-865C-36E7EB8CA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B1183-66A7-44BD-A542-82536C112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CF1BE-2365-4469-8342-2AC3A0FB2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22835-4005-4901-B74B-1768D23C4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374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88AD2-B55E-4C4A-9B44-EF0F919A7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33032-D900-49EF-89FB-04E251365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4F774A-AE30-4AA1-B4E8-61B8D1E6B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EFF342-DD5A-474A-96D8-1D96EE8152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241F7E-7CC7-40E5-A690-93CFC5E39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188E9E-21D6-4E90-B507-876544FF4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4F36AD-6D50-4404-BA61-FDD365EF9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FA4D96-C7F1-44EC-9067-50352111B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936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E2544-B01F-4A04-BAE1-75E68ABA6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41B370-C6E4-4F19-A437-687A5A4A6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DA8E5A-FDC8-4C61-B5CE-08FB6934F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63E6EC-10C7-4420-A43D-67A3C5F1B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596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0EBBAB-9521-4571-8AFB-C384872C5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B87F55-4F38-4E47-A300-58A9CDDB5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FB973-1CD9-4053-977F-7C41DD64E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674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AA612-5D41-4BDC-98E8-15EF770A6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D9FC1-549D-421B-A6F5-1C191F180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6D952-B4BB-454A-959F-5993561DE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32B216-C243-4E32-9665-C19F0EB77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3F664-8DB2-42D5-BE34-12AC45D6B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CA020A-B863-4E47-85F4-2CC1EB02B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630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9D3D9-D5DC-4D58-8566-C1721F9DA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FD1ABF-DF47-4F7F-9526-323301095B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BD9E5A-47F3-40F6-B808-65F47D369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DE865E-1736-4BED-8291-5BAA50248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CA010-0A80-4215-982B-79D721101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640A04-16C7-41A6-B145-4BB6505B8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728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D4D18-6291-459F-829C-7F2FFB7E8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560427-CEBE-4C22-9511-CE31FB9348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64319-3D25-4B47-8303-86080C8BC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569AD-2859-4B56-9DF9-DE66B6948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1B990-4269-4A38-9602-5681E047F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4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806A27-0046-40C8-9A52-27491C66B4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E04BBE-7B02-42BE-BD2E-701C50CCB2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8C23D-B2B7-4EA9-8CF3-49A2039C1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19128-8A07-4674-9FAA-EFC2F9C53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96E5D-DF47-438F-AB42-09918313A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645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A8D336-0A7B-48B1-9B30-F3BE17D88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1FB1D-F9B9-417D-9DF5-C9C2839DB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65AD9-A427-4DF2-B2E4-7BB909E7FE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AEE99-BDB4-4A2A-B2E9-74B86D049DCB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04746-4729-4FC3-8B13-76FD21E87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BA287-10D9-4DEF-BEE5-1983998D6D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390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476E2A-D8F6-9CDC-05AC-35FD2411D2B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1364514"/>
            <a:ext cx="8764310" cy="324058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79F6ADF-6249-1778-B933-68BAEB978598}"/>
              </a:ext>
            </a:extLst>
          </p:cNvPr>
          <p:cNvSpPr/>
          <p:nvPr/>
        </p:nvSpPr>
        <p:spPr>
          <a:xfrm>
            <a:off x="0" y="1378582"/>
            <a:ext cx="8736037" cy="29330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60E155-0D92-58C7-8605-857548779AF5}"/>
              </a:ext>
            </a:extLst>
          </p:cNvPr>
          <p:cNvSpPr/>
          <p:nvPr/>
        </p:nvSpPr>
        <p:spPr>
          <a:xfrm>
            <a:off x="0" y="1688121"/>
            <a:ext cx="8736037" cy="29330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313F9F-E527-3118-4080-FAB3E9ACE438}"/>
              </a:ext>
            </a:extLst>
          </p:cNvPr>
          <p:cNvSpPr/>
          <p:nvPr/>
        </p:nvSpPr>
        <p:spPr>
          <a:xfrm>
            <a:off x="0" y="1983592"/>
            <a:ext cx="8736037" cy="284162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A8DBC9-FA7D-F506-9A29-BB3D90E11FCA}"/>
              </a:ext>
            </a:extLst>
          </p:cNvPr>
          <p:cNvSpPr/>
          <p:nvPr/>
        </p:nvSpPr>
        <p:spPr>
          <a:xfrm>
            <a:off x="9161063" y="1197281"/>
            <a:ext cx="2785403" cy="3627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896180-E723-218A-142E-5576DC6B8CF3}"/>
              </a:ext>
            </a:extLst>
          </p:cNvPr>
          <p:cNvSpPr/>
          <p:nvPr/>
        </p:nvSpPr>
        <p:spPr>
          <a:xfrm>
            <a:off x="9161063" y="1197281"/>
            <a:ext cx="2785403" cy="49084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CFDC6F-D4D6-0F3B-0630-1D9F1C33A262}"/>
              </a:ext>
            </a:extLst>
          </p:cNvPr>
          <p:cNvSpPr/>
          <p:nvPr/>
        </p:nvSpPr>
        <p:spPr>
          <a:xfrm>
            <a:off x="9161062" y="1670397"/>
            <a:ext cx="2785403" cy="36933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F8646DB-A5EA-A0FC-01F6-E5B8D68CDE60}"/>
              </a:ext>
            </a:extLst>
          </p:cNvPr>
          <p:cNvCxnSpPr>
            <a:cxnSpLocks/>
          </p:cNvCxnSpPr>
          <p:nvPr/>
        </p:nvCxnSpPr>
        <p:spPr>
          <a:xfrm>
            <a:off x="8950047" y="1071209"/>
            <a:ext cx="0" cy="59918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EF7DE6-5017-37B5-7EE3-302E7C022AEA}"/>
              </a:ext>
            </a:extLst>
          </p:cNvPr>
          <p:cNvCxnSpPr>
            <a:cxnSpLocks/>
          </p:cNvCxnSpPr>
          <p:nvPr/>
        </p:nvCxnSpPr>
        <p:spPr>
          <a:xfrm>
            <a:off x="8938324" y="1688121"/>
            <a:ext cx="11722" cy="2933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613AB5-C2E0-BAE2-5B9D-6494E23AEA92}"/>
              </a:ext>
            </a:extLst>
          </p:cNvPr>
          <p:cNvCxnSpPr>
            <a:cxnSpLocks/>
          </p:cNvCxnSpPr>
          <p:nvPr/>
        </p:nvCxnSpPr>
        <p:spPr>
          <a:xfrm>
            <a:off x="8950046" y="2039729"/>
            <a:ext cx="1" cy="27854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C4E39AD-64A4-A81D-28AB-B8500CFF2740}"/>
              </a:ext>
            </a:extLst>
          </p:cNvPr>
          <p:cNvSpPr txBox="1"/>
          <p:nvPr/>
        </p:nvSpPr>
        <p:spPr>
          <a:xfrm>
            <a:off x="9242854" y="1700990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8D41DD-4002-18AD-DFB2-046AE7D6F3A5}"/>
              </a:ext>
            </a:extLst>
          </p:cNvPr>
          <p:cNvSpPr txBox="1"/>
          <p:nvPr/>
        </p:nvSpPr>
        <p:spPr>
          <a:xfrm>
            <a:off x="9242854" y="1197281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45E768-D285-F3A9-4EFF-01AEBB0686DE}"/>
              </a:ext>
            </a:extLst>
          </p:cNvPr>
          <p:cNvSpPr txBox="1"/>
          <p:nvPr/>
        </p:nvSpPr>
        <p:spPr>
          <a:xfrm>
            <a:off x="9242855" y="3166584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1</a:t>
            </a:r>
          </a:p>
        </p:txBody>
      </p:sp>
    </p:spTree>
    <p:extLst>
      <p:ext uri="{BB962C8B-B14F-4D97-AF65-F5344CB8AC3E}">
        <p14:creationId xmlns:p14="http://schemas.microsoft.com/office/powerpoint/2010/main" val="3483976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B398FF7-3695-6AEC-73C3-8728483E6C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0789"/>
          <a:stretch/>
        </p:blipFill>
        <p:spPr>
          <a:xfrm>
            <a:off x="1136301" y="1381531"/>
            <a:ext cx="9919398" cy="40147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88C1A42-8C8B-ED53-4E61-6E4C847CF78C}"/>
              </a:ext>
            </a:extLst>
          </p:cNvPr>
          <p:cNvSpPr/>
          <p:nvPr/>
        </p:nvSpPr>
        <p:spPr>
          <a:xfrm>
            <a:off x="1136300" y="1222310"/>
            <a:ext cx="2017447" cy="709127"/>
          </a:xfrm>
          <a:prstGeom prst="rect">
            <a:avLst/>
          </a:prstGeom>
          <a:noFill/>
          <a:ln w="2857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C6A24E-2FEE-4F71-2620-36E49994A97C}"/>
              </a:ext>
            </a:extLst>
          </p:cNvPr>
          <p:cNvSpPr/>
          <p:nvPr/>
        </p:nvSpPr>
        <p:spPr>
          <a:xfrm>
            <a:off x="9583614" y="1222310"/>
            <a:ext cx="2017447" cy="709127"/>
          </a:xfrm>
          <a:prstGeom prst="rect">
            <a:avLst/>
          </a:prstGeom>
          <a:noFill/>
          <a:ln w="2857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E67C37-E35F-3C31-D582-8E89697CA72C}"/>
              </a:ext>
            </a:extLst>
          </p:cNvPr>
          <p:cNvSpPr/>
          <p:nvPr/>
        </p:nvSpPr>
        <p:spPr>
          <a:xfrm>
            <a:off x="4488024" y="1222310"/>
            <a:ext cx="3004458" cy="709127"/>
          </a:xfrm>
          <a:prstGeom prst="rect">
            <a:avLst/>
          </a:prstGeom>
          <a:noFill/>
          <a:ln w="2857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5F2419-A164-D4DD-3945-5B54D377B000}"/>
              </a:ext>
            </a:extLst>
          </p:cNvPr>
          <p:cNvSpPr txBox="1"/>
          <p:nvPr/>
        </p:nvSpPr>
        <p:spPr>
          <a:xfrm>
            <a:off x="1418253" y="2016012"/>
            <a:ext cx="1140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Nav-left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A7EB50-33D2-B35A-3116-209F8C19C6FB}"/>
              </a:ext>
            </a:extLst>
          </p:cNvPr>
          <p:cNvSpPr txBox="1"/>
          <p:nvPr/>
        </p:nvSpPr>
        <p:spPr>
          <a:xfrm>
            <a:off x="10203424" y="2050640"/>
            <a:ext cx="1140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Nav-right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71AB30-3D58-9CFE-060F-C4516EE3D366}"/>
              </a:ext>
            </a:extLst>
          </p:cNvPr>
          <p:cNvSpPr txBox="1"/>
          <p:nvPr/>
        </p:nvSpPr>
        <p:spPr>
          <a:xfrm>
            <a:off x="5337111" y="2050640"/>
            <a:ext cx="1329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Nav-center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D8B28A-6A47-60EB-5111-E90F0961C7BD}"/>
              </a:ext>
            </a:extLst>
          </p:cNvPr>
          <p:cNvSpPr txBox="1"/>
          <p:nvPr/>
        </p:nvSpPr>
        <p:spPr>
          <a:xfrm>
            <a:off x="1418253" y="2285253"/>
            <a:ext cx="1140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Flex: 0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30A702-B991-B8F8-6F2E-CD73AA517691}"/>
              </a:ext>
            </a:extLst>
          </p:cNvPr>
          <p:cNvSpPr txBox="1"/>
          <p:nvPr/>
        </p:nvSpPr>
        <p:spPr>
          <a:xfrm>
            <a:off x="10203423" y="2469919"/>
            <a:ext cx="1140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Flex: 0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C4C801-2269-1B33-0DE6-9B50A0E18553}"/>
              </a:ext>
            </a:extLst>
          </p:cNvPr>
          <p:cNvSpPr txBox="1"/>
          <p:nvPr/>
        </p:nvSpPr>
        <p:spPr>
          <a:xfrm>
            <a:off x="5431394" y="2419972"/>
            <a:ext cx="1140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Flex: 1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0775655-DB06-E15B-0C23-175BB874DC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5658" b="91526"/>
          <a:stretch/>
        </p:blipFill>
        <p:spPr>
          <a:xfrm>
            <a:off x="856310" y="3563598"/>
            <a:ext cx="1509957" cy="369332"/>
          </a:xfrm>
          <a:prstGeom prst="rect">
            <a:avLst/>
          </a:prstGeom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4C52EFA-25D1-9CCC-C622-FE16E0CB82D5}"/>
              </a:ext>
            </a:extLst>
          </p:cNvPr>
          <p:cNvSpPr txBox="1"/>
          <p:nvPr/>
        </p:nvSpPr>
        <p:spPr>
          <a:xfrm>
            <a:off x="230228" y="3059668"/>
            <a:ext cx="1188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Nav-left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76BD6F-77D0-1D9B-A536-4773ECC50DBE}"/>
              </a:ext>
            </a:extLst>
          </p:cNvPr>
          <p:cNvSpPr/>
          <p:nvPr/>
        </p:nvSpPr>
        <p:spPr>
          <a:xfrm>
            <a:off x="731171" y="3516877"/>
            <a:ext cx="1509957" cy="474255"/>
          </a:xfrm>
          <a:prstGeom prst="rect">
            <a:avLst/>
          </a:prstGeom>
          <a:noFill/>
          <a:ln w="2857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910DAA7-E5E5-7F6D-AA88-62364FE84A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565" t="-702" r="32025" b="89128"/>
          <a:stretch/>
        </p:blipFill>
        <p:spPr>
          <a:xfrm>
            <a:off x="3598938" y="3426934"/>
            <a:ext cx="3810001" cy="709127"/>
          </a:xfrm>
          <a:prstGeom prst="rect">
            <a:avLst/>
          </a:prstGeom>
          <a:ln>
            <a:noFill/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3EFCAA1-06E2-40E5-3574-3885D2BD0CC9}"/>
              </a:ext>
            </a:extLst>
          </p:cNvPr>
          <p:cNvSpPr txBox="1"/>
          <p:nvPr/>
        </p:nvSpPr>
        <p:spPr>
          <a:xfrm>
            <a:off x="5146940" y="2997468"/>
            <a:ext cx="1329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Nav-center</a:t>
            </a:r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C3B8394-5388-C752-E997-7CF7FDF29476}"/>
              </a:ext>
            </a:extLst>
          </p:cNvPr>
          <p:cNvSpPr/>
          <p:nvPr/>
        </p:nvSpPr>
        <p:spPr>
          <a:xfrm>
            <a:off x="3682482" y="3580973"/>
            <a:ext cx="3953994" cy="425537"/>
          </a:xfrm>
          <a:prstGeom prst="rect">
            <a:avLst/>
          </a:prstGeom>
          <a:noFill/>
          <a:ln w="2857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A79847E-0D10-D6ED-E608-A3BC843929A5}"/>
              </a:ext>
            </a:extLst>
          </p:cNvPr>
          <p:cNvSpPr txBox="1"/>
          <p:nvPr/>
        </p:nvSpPr>
        <p:spPr>
          <a:xfrm>
            <a:off x="10103462" y="3082995"/>
            <a:ext cx="1140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Nav-right</a:t>
            </a:r>
            <a:endParaRPr 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984A4A6-FB82-2CE1-C049-08026FF4D6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954" t="-185" b="90788"/>
          <a:stretch/>
        </p:blipFill>
        <p:spPr>
          <a:xfrm>
            <a:off x="9554567" y="3519870"/>
            <a:ext cx="1591658" cy="409572"/>
          </a:xfrm>
          <a:prstGeom prst="rect">
            <a:avLst/>
          </a:prstGeom>
          <a:ln>
            <a:noFill/>
          </a:ln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3DCB54D2-16CA-CC16-03F4-A282864E5C14}"/>
              </a:ext>
            </a:extLst>
          </p:cNvPr>
          <p:cNvSpPr/>
          <p:nvPr/>
        </p:nvSpPr>
        <p:spPr>
          <a:xfrm>
            <a:off x="9894213" y="3541237"/>
            <a:ext cx="1252012" cy="425537"/>
          </a:xfrm>
          <a:prstGeom prst="rect">
            <a:avLst/>
          </a:prstGeom>
          <a:noFill/>
          <a:ln w="2857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099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E3EBFCF-3400-BE73-B78D-EA42BC379E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73" t="9013" r="22580" b="57989"/>
          <a:stretch/>
        </p:blipFill>
        <p:spPr>
          <a:xfrm>
            <a:off x="2402731" y="1402338"/>
            <a:ext cx="5686907" cy="1468590"/>
          </a:xfrm>
          <a:prstGeom prst="rect">
            <a:avLst/>
          </a:prstGeom>
          <a:ln>
            <a:noFill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FCEAC2F-8926-4265-E6D3-E391ACA6CED9}"/>
              </a:ext>
            </a:extLst>
          </p:cNvPr>
          <p:cNvSpPr/>
          <p:nvPr/>
        </p:nvSpPr>
        <p:spPr>
          <a:xfrm>
            <a:off x="2578168" y="1499041"/>
            <a:ext cx="5336035" cy="1275184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CE4F30-5F22-F5C6-8375-01B5E1769F10}"/>
              </a:ext>
            </a:extLst>
          </p:cNvPr>
          <p:cNvSpPr/>
          <p:nvPr/>
        </p:nvSpPr>
        <p:spPr>
          <a:xfrm>
            <a:off x="8376407" y="1499041"/>
            <a:ext cx="2825720" cy="12751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E7412B-AC8E-9079-5073-5448774452B7}"/>
              </a:ext>
            </a:extLst>
          </p:cNvPr>
          <p:cNvSpPr txBox="1"/>
          <p:nvPr/>
        </p:nvSpPr>
        <p:spPr>
          <a:xfrm>
            <a:off x="9349082" y="1951967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Header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9F3786-6AEC-1291-6E10-B53C7A0D93C1}"/>
              </a:ext>
            </a:extLst>
          </p:cNvPr>
          <p:cNvSpPr txBox="1"/>
          <p:nvPr/>
        </p:nvSpPr>
        <p:spPr>
          <a:xfrm>
            <a:off x="9798228" y="3244334"/>
            <a:ext cx="1436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Main Section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8E06EC-B036-4737-EB84-FF684DEC0FC8}"/>
              </a:ext>
            </a:extLst>
          </p:cNvPr>
          <p:cNvSpPr/>
          <p:nvPr/>
        </p:nvSpPr>
        <p:spPr>
          <a:xfrm>
            <a:off x="2657468" y="2410086"/>
            <a:ext cx="1494655" cy="274994"/>
          </a:xfrm>
          <a:prstGeom prst="rect">
            <a:avLst/>
          </a:prstGeom>
          <a:noFill/>
          <a:ln w="28575">
            <a:solidFill>
              <a:srgbClr val="FFFF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6081D9-B911-A9C3-D953-B5C83AA77582}"/>
              </a:ext>
            </a:extLst>
          </p:cNvPr>
          <p:cNvSpPr/>
          <p:nvPr/>
        </p:nvSpPr>
        <p:spPr>
          <a:xfrm>
            <a:off x="6969967" y="1590593"/>
            <a:ext cx="852197" cy="228876"/>
          </a:xfrm>
          <a:prstGeom prst="rect">
            <a:avLst/>
          </a:prstGeom>
          <a:noFill/>
          <a:ln w="28575">
            <a:solidFill>
              <a:srgbClr val="FFFF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360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17815-A525-2B9C-68E7-D49AF57B5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BBF4CBF-D45F-643A-34CC-74E4425073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860" t="40041" r="19731"/>
          <a:stretch/>
        </p:blipFill>
        <p:spPr>
          <a:xfrm>
            <a:off x="1014299" y="1611673"/>
            <a:ext cx="6321179" cy="2668458"/>
          </a:xfrm>
          <a:prstGeom prst="rect">
            <a:avLst/>
          </a:prstGeom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D46EE4F-04A5-14C8-4704-D3021A98592F}"/>
              </a:ext>
            </a:extLst>
          </p:cNvPr>
          <p:cNvSpPr/>
          <p:nvPr/>
        </p:nvSpPr>
        <p:spPr>
          <a:xfrm>
            <a:off x="2724287" y="1736082"/>
            <a:ext cx="4114799" cy="254405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DF34F3-B7B4-58D0-0368-92BCD293AE44}"/>
              </a:ext>
            </a:extLst>
          </p:cNvPr>
          <p:cNvSpPr txBox="1"/>
          <p:nvPr/>
        </p:nvSpPr>
        <p:spPr>
          <a:xfrm>
            <a:off x="7953002" y="770678"/>
            <a:ext cx="1694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Content Header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BF04B9-2D7A-2BF2-31EC-CF732B3DEE71}"/>
              </a:ext>
            </a:extLst>
          </p:cNvPr>
          <p:cNvSpPr/>
          <p:nvPr/>
        </p:nvSpPr>
        <p:spPr>
          <a:xfrm>
            <a:off x="7288412" y="1721774"/>
            <a:ext cx="2825720" cy="255835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15BFC0-D162-DEE2-7384-542952FD660A}"/>
              </a:ext>
            </a:extLst>
          </p:cNvPr>
          <p:cNvSpPr txBox="1"/>
          <p:nvPr/>
        </p:nvSpPr>
        <p:spPr>
          <a:xfrm>
            <a:off x="8006499" y="2700637"/>
            <a:ext cx="1436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Main Section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F4B3BA-9E6D-D47C-3C48-39DA1784368C}"/>
              </a:ext>
            </a:extLst>
          </p:cNvPr>
          <p:cNvSpPr txBox="1"/>
          <p:nvPr/>
        </p:nvSpPr>
        <p:spPr>
          <a:xfrm>
            <a:off x="1337286" y="964672"/>
            <a:ext cx="745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Flex:0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9497FB-64DB-B68C-462F-159383B5B55C}"/>
              </a:ext>
            </a:extLst>
          </p:cNvPr>
          <p:cNvSpPr/>
          <p:nvPr/>
        </p:nvSpPr>
        <p:spPr>
          <a:xfrm>
            <a:off x="1442111" y="1745314"/>
            <a:ext cx="1222310" cy="254405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3C0D78-8A6B-72BB-0089-676ECAC9ECA6}"/>
              </a:ext>
            </a:extLst>
          </p:cNvPr>
          <p:cNvSpPr txBox="1"/>
          <p:nvPr/>
        </p:nvSpPr>
        <p:spPr>
          <a:xfrm>
            <a:off x="1337286" y="595339"/>
            <a:ext cx="1306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Left-section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08D2A0-63F9-DAEE-4E03-0FEFCD45CEBC}"/>
              </a:ext>
            </a:extLst>
          </p:cNvPr>
          <p:cNvSpPr txBox="1"/>
          <p:nvPr/>
        </p:nvSpPr>
        <p:spPr>
          <a:xfrm>
            <a:off x="4171069" y="576779"/>
            <a:ext cx="1437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Right-section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F651D5-A8B0-2E12-3312-7B3C47675D2C}"/>
              </a:ext>
            </a:extLst>
          </p:cNvPr>
          <p:cNvSpPr txBox="1"/>
          <p:nvPr/>
        </p:nvSpPr>
        <p:spPr>
          <a:xfrm>
            <a:off x="4517253" y="972534"/>
            <a:ext cx="745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Flex:1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87BA24-CEA6-78AD-A987-6796DCAFFB36}"/>
              </a:ext>
            </a:extLst>
          </p:cNvPr>
          <p:cNvSpPr txBox="1"/>
          <p:nvPr/>
        </p:nvSpPr>
        <p:spPr>
          <a:xfrm>
            <a:off x="3425737" y="4404540"/>
            <a:ext cx="1978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Flex-direction: row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167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7FD4E-1794-FBC2-21E9-2E67172D5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92D1313-3B10-CF2A-C088-88D6CC15EB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767" t="40041" r="65849"/>
          <a:stretch/>
        </p:blipFill>
        <p:spPr>
          <a:xfrm>
            <a:off x="690466" y="1314375"/>
            <a:ext cx="1153113" cy="2668458"/>
          </a:xfrm>
          <a:prstGeom prst="rect">
            <a:avLst/>
          </a:prstGeom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06B0089-F7FF-B534-58B3-C7CD6A9D77F2}"/>
              </a:ext>
            </a:extLst>
          </p:cNvPr>
          <p:cNvSpPr txBox="1"/>
          <p:nvPr/>
        </p:nvSpPr>
        <p:spPr>
          <a:xfrm>
            <a:off x="9744731" y="1314375"/>
            <a:ext cx="1694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Content Header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5D8C2E-9F41-3588-C388-2E5CDDFB8A61}"/>
              </a:ext>
            </a:extLst>
          </p:cNvPr>
          <p:cNvSpPr txBox="1"/>
          <p:nvPr/>
        </p:nvSpPr>
        <p:spPr>
          <a:xfrm>
            <a:off x="9798228" y="3244334"/>
            <a:ext cx="1436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Main Section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F2B23A-6B14-5CF1-9E11-5267904AB90F}"/>
              </a:ext>
            </a:extLst>
          </p:cNvPr>
          <p:cNvSpPr txBox="1"/>
          <p:nvPr/>
        </p:nvSpPr>
        <p:spPr>
          <a:xfrm>
            <a:off x="520085" y="405729"/>
            <a:ext cx="1306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Left-section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0D6A7C-6295-6C2B-EB56-FD25105F1A4C}"/>
              </a:ext>
            </a:extLst>
          </p:cNvPr>
          <p:cNvSpPr/>
          <p:nvPr/>
        </p:nvSpPr>
        <p:spPr>
          <a:xfrm>
            <a:off x="578499" y="1314375"/>
            <a:ext cx="1222310" cy="2763355"/>
          </a:xfrm>
          <a:prstGeom prst="rect">
            <a:avLst/>
          </a:prstGeom>
          <a:noFill/>
          <a:ln w="28575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1A5F1D8-830B-24B2-692E-A9AE72F459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852" t="40041" r="23895"/>
          <a:stretch/>
        </p:blipFill>
        <p:spPr>
          <a:xfrm>
            <a:off x="4707482" y="1314375"/>
            <a:ext cx="4623131" cy="2882632"/>
          </a:xfrm>
          <a:prstGeom prst="rect">
            <a:avLst/>
          </a:prstGeom>
          <a:ln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F4F8341-755E-8C29-1CF3-625A5C369252}"/>
              </a:ext>
            </a:extLst>
          </p:cNvPr>
          <p:cNvSpPr txBox="1"/>
          <p:nvPr/>
        </p:nvSpPr>
        <p:spPr>
          <a:xfrm>
            <a:off x="4707482" y="351845"/>
            <a:ext cx="1437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Right-section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0C37DD-BC64-BF74-8A69-9CCAAA2B1461}"/>
              </a:ext>
            </a:extLst>
          </p:cNvPr>
          <p:cNvSpPr/>
          <p:nvPr/>
        </p:nvSpPr>
        <p:spPr>
          <a:xfrm>
            <a:off x="4697294" y="1314375"/>
            <a:ext cx="4745286" cy="2901454"/>
          </a:xfrm>
          <a:prstGeom prst="rect">
            <a:avLst/>
          </a:prstGeom>
          <a:noFill/>
          <a:ln w="28575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EEDC6F-B208-7DA0-E226-0452059A040D}"/>
              </a:ext>
            </a:extLst>
          </p:cNvPr>
          <p:cNvSpPr txBox="1"/>
          <p:nvPr/>
        </p:nvSpPr>
        <p:spPr>
          <a:xfrm>
            <a:off x="530273" y="827198"/>
            <a:ext cx="2314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Flex-direction: column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FB6942-B234-ECDC-6912-29BE022C0A25}"/>
              </a:ext>
            </a:extLst>
          </p:cNvPr>
          <p:cNvSpPr txBox="1"/>
          <p:nvPr/>
        </p:nvSpPr>
        <p:spPr>
          <a:xfrm>
            <a:off x="4704887" y="756157"/>
            <a:ext cx="2314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Flex-direction: column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2018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57</Words>
  <Application>Microsoft Macintosh PowerPoint</Application>
  <PresentationFormat>Widescreen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Ronan Ogor</dc:creator>
  <cp:lastModifiedBy>THO Vicheka</cp:lastModifiedBy>
  <cp:revision>5</cp:revision>
  <dcterms:created xsi:type="dcterms:W3CDTF">2024-08-04T11:27:57Z</dcterms:created>
  <dcterms:modified xsi:type="dcterms:W3CDTF">2025-11-17T15:15:40Z</dcterms:modified>
</cp:coreProperties>
</file>